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18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645920"/>
            <a:ext cx="3931920" cy="3931920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474720"/>
            <a:ext cx="2743200" cy="2743200"/>
          </a:xfrm>
          <a:prstGeom prst="ellipse">
            <a:avLst/>
          </a:prstGeom>
          <a:solidFill>
            <a:srgbClr val="E0BBE4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1E8"/>
                </a:solidFill>
              </a:rPr>
              <a:t>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BBE4"/>
                </a:solidFill>
              </a:rPr>
              <a:t>✧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11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B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APRESENTACAO PROFISSIONAL  · 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0" b="1" dirty="0">
                <a:solidFill>
                  <a:srgbClr val="F5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ARWEN</a:t>
            </a:r>
            <a:endParaRPr lang="en-US" sz="11500" dirty="0"/>
          </a:p>
        </p:txBody>
      </p:sp>
      <p:sp>
        <p:nvSpPr>
          <p:cNvPr id="8" name="Text 6"/>
          <p:cNvSpPr/>
          <p:nvPr/>
        </p:nvSpPr>
        <p:spPr>
          <a:xfrm>
            <a:off x="566928" y="2606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E0B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geek &amp; loud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CRIADORA DE CONTEUDO GEEK  ✦  UGC CREATOR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57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B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@by.arwenn   ✦   by.arwenn.contato@gmail.com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QUEM E A ARWEN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de dia, geek permanente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846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 Karen Arwen Ferreira — a Arwen. Criadora de conteudo geek e UGC creator, com uma identidade visual maximalist e voz propria.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dev de software, trago disciplina de prazo, leitura de briefing tecnico e fluencia digital — um diferencial que poucos creators tem.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Crio sobre tudo que amo: games, livros, makes, animes e cultura pop. Conteudo que nao some no feed.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15000" y="1554480"/>
            <a:ext cx="2971800" cy="3154680"/>
          </a:xfrm>
          <a:prstGeom prst="roundRect">
            <a:avLst>
              <a:gd name="adj" fmla="val 3692"/>
            </a:avLst>
          </a:prstGeom>
          <a:solidFill>
            <a:srgbClr val="E0BBE4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 RESUMO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0" y="21762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LOCALIZACAO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Indaiatuba, SP · atende Brasil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0" y="266090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0" y="2862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@by.arwenn · verificada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0" y="31455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ESTETICA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3346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Maximalist, colorida, autentica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0" y="36301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IDIOMAS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38313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Portugues · Ingles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0" y="4114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DISPONIVEL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UGC, posts, reviews, eventos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AUDIENCIA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 pequena, engajada e geek de verdade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1874520" cy="118872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0116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1.2K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SEGUIDORES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27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@by.arwenn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24328" y="169164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24328" y="1691640"/>
            <a:ext cx="1874520" cy="118872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11" name="Text 9"/>
          <p:cNvSpPr/>
          <p:nvPr/>
        </p:nvSpPr>
        <p:spPr>
          <a:xfrm>
            <a:off x="2670048" y="20116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32K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624328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/ MES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24328" y="3227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 + Feed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0016" y="169164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1691640"/>
            <a:ext cx="1874520" cy="118872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16" name="Text 14"/>
          <p:cNvSpPr/>
          <p:nvPr/>
        </p:nvSpPr>
        <p:spPr>
          <a:xfrm>
            <a:off x="4745736" y="20116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700016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0016" y="3227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oficial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75704" y="1691640"/>
            <a:ext cx="1874520" cy="21031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75704" y="1691640"/>
            <a:ext cx="1874520" cy="118872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21" name="Text 19"/>
          <p:cNvSpPr/>
          <p:nvPr/>
        </p:nvSpPr>
        <p:spPr>
          <a:xfrm>
            <a:off x="6821424" y="201168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6775704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PUBLICO 18-34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75704" y="32278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 · SP/RJ/MG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segue, segue por interesse real — nao por curtidinha de robo. Comunidade construida por opiniao e identidade.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ONDE EU REINO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nichos, infinitos surtos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0BB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91640"/>
            <a:ext cx="365760" cy="365760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6733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GAMES MOBILE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157984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NTE, Heartopia, COD, Brawl Stars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24328" y="15544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0BB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88" y="1691640"/>
            <a:ext cx="365760" cy="365760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11" name="Text 9"/>
          <p:cNvSpPr/>
          <p:nvPr/>
        </p:nvSpPr>
        <p:spPr>
          <a:xfrm>
            <a:off x="276148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91256" y="16733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NINTENDO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61488" y="2157984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Kart, Luigi's Mansion, Wonder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0016" y="15544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0BB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37176" y="1691640"/>
            <a:ext cx="365760" cy="365760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16" name="Text 14"/>
          <p:cNvSpPr/>
          <p:nvPr/>
        </p:nvSpPr>
        <p:spPr>
          <a:xfrm>
            <a:off x="4837176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66944" y="16733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LIVROS &amp; MANHWAS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37176" y="2157984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Quarta Asa, OUABH, HP, Comick Key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75704" y="15544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0BB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1691640"/>
            <a:ext cx="365760" cy="365760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21" name="Text 19"/>
          <p:cNvSpPr/>
          <p:nvPr/>
        </p:nvSpPr>
        <p:spPr>
          <a:xfrm>
            <a:off x="6912864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42632" y="16733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MAQUIAGEM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12864" y="2157984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natural ao character make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1546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0BB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15568" y="32735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ANIMES &amp; SERIES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3758184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Reviews, reacoes, hot takes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24328" y="31546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0BB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61488" y="3291840"/>
            <a:ext cx="365760" cy="365760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31" name="Text 29"/>
          <p:cNvSpPr/>
          <p:nvPr/>
        </p:nvSpPr>
        <p:spPr>
          <a:xfrm>
            <a:off x="2761488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191256" y="32735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EVENTOS GEEK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761488" y="3758184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CCXP veterana, Bienal 2025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0016" y="31546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0BB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37176" y="3291840"/>
            <a:ext cx="365760" cy="365760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36" name="Text 34"/>
          <p:cNvSpPr/>
          <p:nvPr/>
        </p:nvSpPr>
        <p:spPr>
          <a:xfrm>
            <a:off x="4837176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66944" y="32735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COLECIONAVEIS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837176" y="3758184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Funkos, action figures, blind boxes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75704" y="315468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E0BB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12864" y="3291840"/>
            <a:ext cx="365760" cy="365760"/>
          </a:xfrm>
          <a:prstGeom prst="ellipse">
            <a:avLst/>
          </a:prstGeom>
          <a:solidFill>
            <a:srgbClr val="9D4EDD"/>
          </a:solidFill>
          <a:ln/>
        </p:spPr>
      </p:sp>
      <p:sp>
        <p:nvSpPr>
          <p:cNvPr id="41" name="Text 39"/>
          <p:cNvSpPr/>
          <p:nvPr/>
        </p:nvSpPr>
        <p:spPr>
          <a:xfrm>
            <a:off x="6912864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42632" y="327355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UGC PRA MARCAS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912864" y="3758184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verticais sob medida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A18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097280"/>
            <a:ext cx="2926080" cy="2926080"/>
          </a:xfrm>
          <a:prstGeom prst="ellipse">
            <a:avLst/>
          </a:prstGeom>
          <a:solidFill>
            <a:srgbClr val="9D4ED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MEUS QUADROS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B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conteudo recorrente que vira marca registrada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4008" cy="713232"/>
          </a:xfrm>
          <a:prstGeom prst="rect">
            <a:avLst/>
          </a:prstGeom>
          <a:solidFill>
            <a:srgbClr val="E0BBE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72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B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ARWEN REAGE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Reacoes cruas a games, trailers e drops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64008" cy="713232"/>
          </a:xfrm>
          <a:prstGeom prst="rect">
            <a:avLst/>
          </a:prstGeom>
          <a:solidFill>
            <a:srgbClr val="E0BBE4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572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B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ARWEN INDICA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Curadoria de livro, jogo, make, serie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64008" cy="713232"/>
          </a:xfrm>
          <a:prstGeom prst="rect">
            <a:avLst/>
          </a:prstGeom>
          <a:solidFill>
            <a:srgbClr val="E0BBE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4140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B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ARWEN SE ARRUMA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715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ready with me contando historia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2395728"/>
            <a:ext cx="64008" cy="713232"/>
          </a:xfrm>
          <a:prstGeom prst="rect">
            <a:avLst/>
          </a:prstGeom>
          <a:solidFill>
            <a:srgbClr val="E0BBE4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4140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B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ARWEN JOGA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715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 com comentario e dicas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36976"/>
            <a:ext cx="64008" cy="713232"/>
          </a:xfrm>
          <a:prstGeom prst="rect">
            <a:avLst/>
          </a:prstGeom>
          <a:solidFill>
            <a:srgbClr val="E0BBE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552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B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SURTO GEEK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557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Reacao fangirl quando algo bom rola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236976"/>
            <a:ext cx="64008" cy="713232"/>
          </a:xfrm>
          <a:prstGeom prst="rect">
            <a:avLst/>
          </a:prstGeom>
          <a:solidFill>
            <a:srgbClr val="E0BBE4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2552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B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ARWEN TESTA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3557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honestas, UGC e parceria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078224"/>
            <a:ext cx="64008" cy="713232"/>
          </a:xfrm>
          <a:prstGeom prst="rect">
            <a:avLst/>
          </a:prstGeom>
          <a:solidFill>
            <a:srgbClr val="E0BBE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096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B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ARWEN NO EVENTO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3982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ao vivo de eventos geek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4078224"/>
            <a:ext cx="64008" cy="713232"/>
          </a:xfrm>
          <a:prstGeom prst="rect">
            <a:avLst/>
          </a:prstGeom>
          <a:solidFill>
            <a:srgbClr val="E0BBE4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4096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B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ARWEN TEM OPINIAO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92040" y="43982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takes com fundamento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EU ENTREGO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formatos sob medida pra sua marca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2606040" cy="9144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0078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UGC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Videos verticais pra marca usar onde quiser. Voce recebe os arquivos, eu nao posto no meu perfil.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19272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9272" y="1554480"/>
            <a:ext cx="2606040" cy="9144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10" name="Text 8"/>
          <p:cNvSpPr/>
          <p:nvPr/>
        </p:nvSpPr>
        <p:spPr>
          <a:xfrm>
            <a:off x="3502152" y="170078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POSTS PATROCINADOS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02152" y="228600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Conteudo no meu perfil — Reels, Stories, carrossel. Linguagem natural, com cara de Arwen.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9904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1554480"/>
            <a:ext cx="2606040" cy="9144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14" name="Text 12"/>
          <p:cNvSpPr/>
          <p:nvPr/>
        </p:nvSpPr>
        <p:spPr>
          <a:xfrm>
            <a:off x="6272784" y="170078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REVIEWS &amp; UNBOXING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2784" y="228600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Avaliacoes honestas: games, livros, makes, tech, colecionaveis. Opiniao real.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920240" y="3246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20240" y="3246120"/>
            <a:ext cx="2606040" cy="9144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33924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COBERTURA DE EVENTOS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97764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presencial: CCXP, Bienal, lancamentos. Stories ao vivo + Reels + carrossel.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90872" y="32461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3246120"/>
            <a:ext cx="2606040" cy="91440"/>
          </a:xfrm>
          <a:prstGeom prst="rect">
            <a:avLst/>
          </a:prstGeom>
          <a:solidFill>
            <a:srgbClr val="9D4EDD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3392424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CREATOR PROGRAMS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3977640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Disponivel pra programas de games e apps — gameplay, dicas, divulgacao de updates.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FUNCIONA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briefing ao relatorio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1874520"/>
            <a:ext cx="548640" cy="548640"/>
          </a:xfrm>
          <a:prstGeom prst="ellipse">
            <a:avLst/>
          </a:prstGeom>
          <a:solidFill>
            <a:srgbClr val="5A189A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BRIEFING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Voce manda o que precisa. Eu respondo com proposta detalhada em ate 48h.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24328" y="16916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82696" y="1874520"/>
            <a:ext cx="548640" cy="548640"/>
          </a:xfrm>
          <a:prstGeom prst="ellipse">
            <a:avLst/>
          </a:prstGeom>
          <a:solidFill>
            <a:srgbClr val="5A189A"/>
          </a:solidFill>
          <a:ln/>
        </p:spPr>
      </p:sp>
      <p:sp>
        <p:nvSpPr>
          <p:cNvPr id="11" name="Text 9"/>
          <p:cNvSpPr/>
          <p:nvPr/>
        </p:nvSpPr>
        <p:spPr>
          <a:xfrm>
            <a:off x="328269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15768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CRIACAO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61488" y="292608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 aprovado, eu produzo. Voce acompanha em pontos-chave.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0016" y="16916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58384" y="1874520"/>
            <a:ext cx="548640" cy="548640"/>
          </a:xfrm>
          <a:prstGeom prst="ellipse">
            <a:avLst/>
          </a:prstGeom>
          <a:solidFill>
            <a:srgbClr val="5A189A"/>
          </a:solidFill>
          <a:ln/>
        </p:spPr>
      </p:sp>
      <p:sp>
        <p:nvSpPr>
          <p:cNvPr id="16" name="Text 14"/>
          <p:cNvSpPr/>
          <p:nvPr/>
        </p:nvSpPr>
        <p:spPr>
          <a:xfrm>
            <a:off x="535838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91456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ENTREGA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37176" y="292608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Conteudo finalizado nos formatos combinados. 1 rodada de ajustes inclusa.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75704" y="1691640"/>
            <a:ext cx="1874520" cy="237744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34072" y="1874520"/>
            <a:ext cx="548640" cy="548640"/>
          </a:xfrm>
          <a:prstGeom prst="ellipse">
            <a:avLst/>
          </a:prstGeom>
          <a:solidFill>
            <a:srgbClr val="5A189A"/>
          </a:solidFill>
          <a:ln/>
        </p:spPr>
      </p:sp>
      <p:sp>
        <p:nvSpPr>
          <p:cNvPr id="21" name="Text 19"/>
          <p:cNvSpPr/>
          <p:nvPr/>
        </p:nvSpPr>
        <p:spPr>
          <a:xfrm>
            <a:off x="743407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67144" y="2514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METRICAS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12864" y="292608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Relatorio de performance em ate 14 dias (parcerias no perfil).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18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sob consulta  ✦  Permuta, paga, pontuais ou long-term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A ARWEN?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66928" y="1051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diferencial nao e o tamanho — e o pacote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764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IDENTIDADE FORTE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1305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Estetica maximalist e voz propria. Meu conteudo nao some no feed — e reconhecivel.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60020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73752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0" y="1764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DISCIPLINA DE DEV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0" y="21305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 dev de software. Cumpro prazo, leio briefing tecnico, entrego profissional.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3227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ENGAJAMENTO REAL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5935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 pequena mas verdadeira. Respondo cada comentario, conheco meu publico.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5A189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73752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D4E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03520" y="3227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18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MULTIPLOS NICHOS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03520" y="35935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Geek, beleza, livros, games — integrados. Versatilidade que poucos creators tem.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108960" cy="3108960"/>
          </a:xfrm>
          <a:prstGeom prst="ellipse">
            <a:avLst/>
          </a:prstGeom>
          <a:solidFill>
            <a:srgbClr val="5A189A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91840"/>
            <a:ext cx="2926080" cy="2926080"/>
          </a:xfrm>
          <a:prstGeom prst="ellipse">
            <a:avLst/>
          </a:prstGeom>
          <a:solidFill>
            <a:srgbClr val="9D4EDD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0BBE4"/>
                </a:solidFill>
              </a:rPr>
              <a:t>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955280" y="548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BBE4"/>
                </a:solidFill>
              </a:rPr>
              <a:t>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5F1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BORA CRIAR JUNTOS?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0B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parcerias que combinam com o universo geek, lifestyle, beleza, livros e games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9260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5A189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0B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3467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by.arwenn.contato@gmail.com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3280" y="29260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5A189A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0B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33467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@by.arwenn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89320" y="2926080"/>
            <a:ext cx="2377440" cy="1005840"/>
          </a:xfrm>
          <a:prstGeom prst="roundRect">
            <a:avLst>
              <a:gd name="adj" fmla="val 9091"/>
            </a:avLst>
          </a:prstGeom>
          <a:solidFill>
            <a:srgbClr val="5A189A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0B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LOCALIZACAO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80760" y="33467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1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Indaiatuba, SP · Brasil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B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sob consulta  ✦  Resposta em ate 48h uteis  ✦  ARWEN · @by.arwenn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Arwen — Apresentacao Profissional 2026</dc:title>
  <dc:subject>PptxGenJS Presentation</dc:subject>
  <dc:creator>Arwen (@by.arwenn)</dc:creator>
  <cp:lastModifiedBy>Arwen (@by.arwenn)</cp:lastModifiedBy>
  <cp:revision>1</cp:revision>
  <dcterms:created xsi:type="dcterms:W3CDTF">2026-05-14T15:54:39Z</dcterms:created>
  <dcterms:modified xsi:type="dcterms:W3CDTF">2026-05-14T15:54:39Z</dcterms:modified>
</cp:coreProperties>
</file>